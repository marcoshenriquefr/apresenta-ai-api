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34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925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titu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C9A2BC6-E5A5-476E-9889-A2ECFF23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2943775"/>
            <a:ext cx="10571998" cy="970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6226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9420687-5714-4EB8-8992-E18364D898E8}" type="datetimeFigureOut">
              <a:rPr lang="pt-BR" smtClean="0"/>
              <a:pPr/>
              <a:t>06/03/2026</a:t>
            </a:fld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DBF99BF-43F4-4F15-B188-D8A3EB59E11F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4472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9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vel">
  <a:themeElements>
    <a:clrScheme name="Citável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Citável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áv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TM03457503[[fn=Citável]]</Template>
  <TotalTime>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3" baseType="lpstr">
      <vt:lpstr>Century Gothic</vt:lpstr>
      <vt:lpstr>Wingdings 2</vt:lpstr>
      <vt:lpstr>Citável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Renata Marinho</dc:creator>
  <cp:lastModifiedBy>Renata Marinho</cp:lastModifiedBy>
  <cp:revision>8</cp:revision>
  <dcterms:created xsi:type="dcterms:W3CDTF">2026-03-06T16:37:35Z</dcterms:created>
  <dcterms:modified xsi:type="dcterms:W3CDTF">2026-03-06T17:21:44Z</dcterms:modified>
</cp:coreProperties>
</file>