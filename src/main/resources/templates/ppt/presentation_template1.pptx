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541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912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titu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598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815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4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40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2" baseType="lpstr">
      <vt:lpstr>Arial</vt:lpstr>
      <vt:lpstr>Pacote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Renata Marinho</dc:creator>
  <cp:lastModifiedBy>Renata Marinho</cp:lastModifiedBy>
  <cp:revision>5</cp:revision>
  <dcterms:created xsi:type="dcterms:W3CDTF">2026-03-06T16:37:35Z</dcterms:created>
  <dcterms:modified xsi:type="dcterms:W3CDTF">2026-03-06T17:22:23Z</dcterms:modified>
</cp:coreProperties>
</file>