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3708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012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titu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49680" y="2766219"/>
            <a:ext cx="9692640" cy="132556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312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098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2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Exibir">
  <a:themeElements>
    <a:clrScheme name="Exibir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Exibir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ibir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40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0</vt:i4>
      </vt:variant>
    </vt:vector>
  </HeadingPairs>
  <TitlesOfParts>
    <vt:vector size="3" baseType="lpstr">
      <vt:lpstr>Arial</vt:lpstr>
      <vt:lpstr>Wingdings 2</vt:lpstr>
      <vt:lpstr>Exibir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Renata Marinho</dc:creator>
  <cp:lastModifiedBy>Renata Marinho</cp:lastModifiedBy>
  <cp:revision>6</cp:revision>
  <dcterms:created xsi:type="dcterms:W3CDTF">2026-03-06T16:37:35Z</dcterms:created>
  <dcterms:modified xsi:type="dcterms:W3CDTF">2026-03-06T17:17:36Z</dcterms:modified>
</cp:coreProperties>
</file>